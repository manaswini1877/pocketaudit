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CE0C8-7F37-491E-8DAB-D3C7F859AF27}" v="1" dt="2026-09-07T15:38:34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wini rani" userId="851a346e7dfcf038" providerId="LiveId" clId="{11CC39E8-4802-45A8-A58F-594250C0B2E8}"/>
    <pc:docChg chg="addSld delSld modSld">
      <pc:chgData name="manaswini rani" userId="851a346e7dfcf038" providerId="LiveId" clId="{11CC39E8-4802-45A8-A58F-594250C0B2E8}" dt="2026-09-07T15:38:34.658" v="1"/>
      <pc:docMkLst>
        <pc:docMk/>
      </pc:docMkLst>
      <pc:sldChg chg="add del">
        <pc:chgData name="manaswini rani" userId="851a346e7dfcf038" providerId="LiveId" clId="{11CC39E8-4802-45A8-A58F-594250C0B2E8}" dt="2026-09-07T15:38:34.658" v="1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9A7F2-6A4D-4CF5-8AD8-5398409A249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8A959-1585-4C1B-AD75-DACE50A705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6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F55B6-1803-4C04-B1A3-3B83704A890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42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media_17887944135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37744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61B22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A623"/>
                </a:solidFill>
              </a:defRPr>
            </a:pPr>
            <a:r>
              <a:t>⚡ iQOO HACKATHON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2997FF"/>
                </a:solidFill>
              </a:defRPr>
            </a:pPr>
            <a:r>
              <a:t>PocketAudit</a:t>
            </a:r>
          </a:p>
          <a:p>
            <a:pPr>
              <a:defRPr sz="2200">
                <a:solidFill>
                  <a:srgbClr val="F0F6FC"/>
                </a:solidFill>
              </a:defRPr>
            </a:pPr>
            <a:r>
              <a:t>100% On-Device, Zero-Internet Financial Fraud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49E"/>
                </a:solidFill>
              </a:defRPr>
            </a:pPr>
            <a:r>
              <a:t>Real-Time Defense Against Fake UPI Collects, KYC Smishing &amp; Autopay Traps at Device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32004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4C759"/>
                </a:solidFill>
              </a:defRPr>
            </a:pPr>
            <a:r>
              <a:t>0 BYTES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Zero Cloud / Internet Permission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754880"/>
            <a:ext cx="32004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997FF"/>
                </a:solidFill>
              </a:defRPr>
            </a:pPr>
            <a:r>
              <a:t>&lt; 2.5ms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Instant Heuristic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54880"/>
            <a:ext cx="32004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5A623"/>
                </a:solidFill>
              </a:defRPr>
            </a:pPr>
            <a:r>
              <a:t>100% OFFLINE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Encrypted Local Room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The UPI &amp; Smishing Crisis in Modern Mobile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F3B30"/>
                </a:solidFill>
              </a:defRPr>
            </a:pPr>
            <a:r>
              <a:t>🚨 Fake UPI Collect Requests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Scammers disguise collect debit requests as 'Cashback Refunds' or 'Lottery Wins'.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Victims are pressured into entering their UPI PIN under the false belief they are receiving money.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Fastest growing payment fraud in India, causing devastating single-transaction losses.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F3B30"/>
                </a:solidFill>
              </a:defRPr>
            </a:pPr>
            <a:r>
              <a:t>⚠️ Urgent KYC Phishing SMS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Spoofed bank texts claiming: 'HDFC/SBI account suspended within 24 hours'.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Shortened URLs (bit.ly, tinyurl, raw IP addresses) steal credentials &amp; OTPs.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High psychological urgency bypasses normal user caution.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5A623"/>
                </a:solidFill>
              </a:defRPr>
            </a:pPr>
            <a:r>
              <a:t>🔒 The Privacy Dilemma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Existing spam blockers upload private SMS &amp; contacts to remote cloud servers.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Massive violation of personal data privacy &amp; enterprise security.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Users are forced to choose between payment fraud or total data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PocketAudit: Zero Latency, Zero Internet, Complete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93192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34C759"/>
                </a:solidFill>
              </a:defRPr>
            </a:pPr>
            <a:r>
              <a:t>🛡️ 100% On-Device Protection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Zero internet permission in AndroidManifest.xml.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Strictly zero cloud transmission, zero APIs, zero data leakage.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All analysis happens locally in RAM on the device processor.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411480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997FF"/>
                </a:solidFill>
              </a:defRPr>
            </a:pPr>
            <a:r>
              <a:t>⚡ Real-Time Binder Interception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Foreground NotificationListenerService with auto-rebind resilience.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Extracts titles, BigText, &amp; nested MessagingStyle conversation threads.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SupervisorJob concurrency prevents service dropouts.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3931920" cy="2240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A855F7"/>
                </a:solidFill>
              </a:defRPr>
            </a:pPr>
            <a:r>
              <a:t>🧠 Multi-Vector Heuristic Engine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Specialized detectors for UPI Collect, Phishing Links, &amp; Mandates.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Fast pattern &amp; regex matching running in under 2.5ms.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Cross-references local history for duplicate charge traps.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977639"/>
            <a:ext cx="4114800" cy="2240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5A623"/>
                </a:solidFill>
              </a:defRPr>
            </a:pPr>
            <a:r>
              <a:t>🔔 Immediate Push Verdicts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Instant color-coded Android status bar notifications (🚨 Scam / ⚠️ Suspicious / ✅ Safe).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Plain-language explanation tells user WHY it was flagged.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One-tap deep-link directly into audit detail breakdown.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3728" y="1572768"/>
            <a:ext cx="2150304" cy="4626864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edia_178879530143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45920"/>
            <a:ext cx="2004000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2560" y="6217920"/>
            <a:ext cx="255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3B30"/>
                </a:solidFill>
              </a:defRPr>
            </a:pPr>
            <a:r>
              <a:t>Real Push Verdicts in System Tray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ARCHITECTURE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End-to-End Hardened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997FF"/>
                </a:solidFill>
              </a:defRPr>
            </a:pPr>
            <a:r>
              <a:t>1. Interception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NotificationListenerService extracts title, BigText, &amp; MessagingStyle from Android Binder.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F5A623"/>
                </a:solidFill>
              </a:defRPr>
            </a:pPr>
            <a:r>
              <a:t>2. Smart Filter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NotificationFilter whitelists UPI, Banks, &amp; SMS apps while excluding WhatsApp/social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A855F7"/>
                </a:solidFill>
              </a:defRPr>
            </a:pPr>
            <a:r>
              <a:t>3. Detection Engine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DetectionEngine evaluates CollectRequest, PhishingLink, and SubscriptionTrap heuristics.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4C759"/>
                </a:solidFill>
              </a:defRPr>
            </a:pPr>
            <a:r>
              <a:t>4. Storage &amp; Verdict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Persists every analyzed message to Room DB and fires instant push verdict notification.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Production-Ready Feature Suite (Live on Device)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150304" cy="4626864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8879528717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45920"/>
            <a:ext cx="20040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255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97FF"/>
                </a:solidFill>
              </a:defRPr>
            </a:pPr>
            <a:r>
              <a:t>Live Dashboard (4 Stats &amp; Filter Chips)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1572768"/>
            <a:ext cx="2150304" cy="4626864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edia_178879529353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645920"/>
            <a:ext cx="200400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34640" y="6217920"/>
            <a:ext cx="255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Audit Detail (Risk Meter &amp; Plain Explanation)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645920"/>
            <a:ext cx="585216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997FF"/>
                </a:solidFill>
              </a:defRPr>
            </a:pPr>
            <a:r>
              <a:t>📱 Live Dashboard &amp; Threat Triage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Real-time Status Banner indicating active background monitoring.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4 Live Stat Cards: High Risk, Medium Risk, Safe / Low, Total Scanned.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4 Quick Filter Chips: Instant feed filtering by threat severity.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Chronological feed showing app icons, badges (SAFE 0%, HIGH 100%), and timestamps.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977639"/>
            <a:ext cx="5852160" cy="2240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A855F7"/>
                </a:solidFill>
              </a:defRPr>
            </a:pPr>
            <a:r>
              <a:t>🔍 Explainable Audit Detail Screen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Calculated Threat Gauge: Visual risk meter (e.g. 65% MEDIUM / 100% HIGH).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Plain-Language Explanation: Explains in plain English/regional tongue why it is a scam.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Matched Scam Rules List: Bulleted transparency on exact triggered heuristics.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Original Payload Verification &amp; single-tap 'Mark as Safe'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Accessible, Inclusive &amp; Tester-Ready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150304" cy="4626864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8879530885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45920"/>
            <a:ext cx="20040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255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Hackathon Live Demo Simulator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645920"/>
            <a:ext cx="8229600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5A623"/>
                </a:solidFill>
              </a:defRPr>
            </a:pPr>
            <a:r>
              <a:t>🧪 Judge Demo Simulator Pipeline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Integrated Floating Action Button for live demonstrations without needing a second device.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Simulates real-world payloads: Fake UPI Collect, Bank KYC Phishing, &amp; Autopay Traps.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Injects directly into real on-device DetectionEngine with instant UI &amp; push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154680"/>
            <a:ext cx="4023360" cy="29260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34C759"/>
                </a:solidFill>
              </a:defRPr>
            </a:pPr>
            <a:r>
              <a:t>🗣️ Multilingual Localization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Native engine supporting English &amp; Telugu (తెలుగు).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Translates cyber security jargon into everyday regional advice.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Protects non-English speaking &amp; elderly citizens most vulnerable to fraud.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54680"/>
            <a:ext cx="4023360" cy="29260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997FF"/>
                </a:solidFill>
              </a:defRPr>
            </a:pPr>
            <a:r>
              <a:t>🎨 Dynamic Responsive Theming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Supports Cyber Dark Mode, Clean Slate Light Mode, &amp; System Default.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Dynamic Material 3 colors applied across all cards, dialogs, &amp; status bars.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Persisted reliably via private SharedPreferences across app restarts.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60120" cy="50292"/>
          </a:xfrm>
          <a:prstGeom prst="rect">
            <a:avLst/>
          </a:prstGeom>
          <a:solidFill>
            <a:srgbClr val="2997FF"/>
          </a:solidFill>
          <a:ln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2997FF"/>
                </a:solidFill>
                <a:latin typeface="Aptos"/>
              </a:rP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chemeClr val="tx2"/>
                </a:solidFill>
                <a:latin typeface="Aptos"/>
              </a:rPr>
              <a:t>How </a:t>
            </a:r>
            <a:r>
              <a:rPr sz="2700" b="1" dirty="0" err="1">
                <a:solidFill>
                  <a:schemeClr val="tx2"/>
                </a:solidFill>
                <a:latin typeface="Aptos"/>
              </a:rPr>
              <a:t>PocketAudit</a:t>
            </a:r>
            <a:r>
              <a:rPr sz="2700" b="1" dirty="0">
                <a:solidFill>
                  <a:schemeClr val="tx2"/>
                </a:solidFill>
                <a:latin typeface="Aptos"/>
              </a:rPr>
              <a:t> Outperforms Existing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743200" cy="594360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91640"/>
            <a:ext cx="2377440" cy="594360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874519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Cloud / Antivirus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691640"/>
            <a:ext cx="1828800" cy="594360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187451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OS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691640"/>
            <a:ext cx="4206240" cy="594360"/>
          </a:xfrm>
          <a:prstGeom prst="rect">
            <a:avLst/>
          </a:prstGeom>
          <a:solidFill>
            <a:srgbClr val="2997FF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874519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PocketAudit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505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Privacy / Zero 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286000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4505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 Cloud dependency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86000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24505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⚠️ Telemetry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286000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450592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Offline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44368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UPI Collect Scam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944368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3756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944368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2944368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3108960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Collect + VPA heuristics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767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Autopay / Mandate Traps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602736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37560" y="3767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602736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3767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3602736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767328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Context checks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61104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4425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Plain-language “Why”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4261104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7560" y="4425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 Generic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4261104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15000" y="44256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4261104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425696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Explainable cards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919472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5084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Resource Impact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4919472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37560" y="50840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Cloud polling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919472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715000" y="5084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Basic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919472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43800" y="5084064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Ultra-lean local execution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 err="1">
                <a:solidFill>
                  <a:srgbClr val="A0AAB9"/>
                </a:solidFill>
                <a:latin typeface="Aptos"/>
              </a:rPr>
              <a:t>PocketAudit</a:t>
            </a:r>
            <a:r>
              <a:rPr sz="800" b="0" dirty="0">
                <a:solidFill>
                  <a:srgbClr val="A0AAB9"/>
                </a:solidFill>
                <a:latin typeface="Aptos"/>
              </a:rPr>
              <a:t>  |  </a:t>
            </a:r>
            <a:r>
              <a:rPr sz="800" b="0" dirty="0" err="1">
                <a:solidFill>
                  <a:srgbClr val="A0AAB9"/>
                </a:solidFill>
                <a:latin typeface="Aptos"/>
              </a:rPr>
              <a:t>iQOO</a:t>
            </a:r>
            <a:r>
              <a:rPr sz="800" b="0" dirty="0">
                <a:solidFill>
                  <a:srgbClr val="A0AAB9"/>
                </a:solidFill>
                <a:latin typeface="Aptos"/>
              </a:rPr>
              <a:t>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Engineering Rigor &amp; Performance Benchmarks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997FF"/>
                </a:solidFill>
              </a:defRPr>
            </a:pPr>
            <a:r>
              <a:t>🛠️ Modern Android Stack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Language: 100% Kotlin with strict null-safety.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Concurrency: Kotlin Coroutines with SupervisorJob &amp; StateFlow.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UI Layer: Jetpack Compose &amp; Material 3 declarative components.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Persistence: Android Room SQLite database with TypeConverters.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Architecture: MVVM (Model-View-ViewModel) with Unidirectional Data Flow.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Automated Testing: 16 JUnit unit tests enforcing 100% pass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34C759"/>
                </a:solidFill>
              </a:defRPr>
            </a:pPr>
            <a:r>
              <a:t>⚡ Verified Device Benchmarks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Detection Latency: &lt; 2.5ms execution time per incoming payload.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Memory Overhead: &lt; 35MB RAM in steady background monitoring.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Battery Consumption: &lt; 0.8% total daily battery drain.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APK Binary Size: Under 16.1MB debug build (highly compact).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Crash Isolation: 0 background crashes; bad notifications never terminate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Next-Gen AI &amp; Accessibility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5A623"/>
                </a:solidFill>
              </a:defRPr>
            </a:pPr>
            <a:r>
              <a:t>🔊 Real-Time Spoken Voice Alerts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Offline native Android TextToSpeech (TTS) integration.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Speaks immediate audio warning when high-risk scam arrives: 'Warning! Do not enter your UPI PIN.'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Breaks scammer psychological pressure loop even if phone is in pocket or on a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34C759"/>
                </a:solidFill>
              </a:defRPr>
            </a:pPr>
            <a:r>
              <a:t>🗣️ Pan-India Multilingual Coverage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Expand beyond English &amp; Telugu to Hindi, Tamil, Kannada, Marathi, &amp; Bengali.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UI and Spoken Voice warnings in regional mother tongues.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Covers 95%+ of Indian mobile payment users, protecting rural &amp; elderly demographics.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A855F7"/>
                </a:solidFill>
              </a:defRPr>
            </a:pPr>
            <a:r>
              <a:t>🧠 On-Device SLM (Gemma 2B / NPU)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Quantized Gemma 2B running locally via Qualcomm AI Stack on iQOO hardware.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Zero-internet contextual semantic reasoning for sophisticated novel scam pretexts.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Hardware-accelerated edge inference with negligible battery drain.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997FF"/>
                </a:solidFill>
              </a:defRPr>
            </a:pPr>
            <a:r>
              <a:t>🛡️ Active Screen Overlay &amp; QR Guard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Accessibility overlay warning before user enters UPI PIN on suspicious requests.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Inspects deep-links inside QR codes (upi://pay?pa=...) before launching payment apps.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Direct integration into iQOO OriginOS / Funtouch OS Security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Empowering the iQOO Ecosystem with Digital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5A623"/>
                </a:solidFill>
              </a:defRPr>
            </a:pPr>
            <a:r>
              <a:t>🚀 Why PocketAudit Belongs on Every iQOO Device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Performance Meets Security: iQOO is renowned for top-tier hardware performance. PocketAudit complements this by delivering industry-leading, zero-latency payment defense.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Brand Differentiation: Transforms iQOO smartphones into the most trusted payment devices in the market for banking, trading, and daily commerce.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Privacy by Design: Proves that enterprise-grade security and uncompromising user privacy can seamlessly coexist without uploading a single byte to cloud servers.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Massive Social Impact: Shields millions of first-time digital users, students, and seniors from predatory payment fraud.</a:t>
            </a:r>
          </a:p>
          <a:p>
            <a:pPr>
              <a:spcAft>
                <a:spcPts val="700"/>
              </a:spcAft>
              <a:defRPr sz="1300">
                <a:solidFill>
                  <a:srgbClr val="F0F6FC"/>
                </a:solidFill>
              </a:defRPr>
            </a:pPr>
            <a:r>
              <a:t>• Thank You! Let's build a scam-free mobile future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1280</Words>
  <Application>Microsoft Office PowerPoint</Application>
  <PresentationFormat>Widescreen</PresentationFormat>
  <Paragraphs>151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manaswini rani</cp:lastModifiedBy>
  <cp:revision>1</cp:revision>
  <dcterms:created xsi:type="dcterms:W3CDTF">2013-01-27T09:14:16Z</dcterms:created>
  <dcterms:modified xsi:type="dcterms:W3CDTF">2026-09-07T15:38:41Z</dcterms:modified>
  <cp:category/>
</cp:coreProperties>
</file>